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E1C27-1FE1-95BB-E435-F2B92425C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6AB69D-B636-87CA-9163-92AA6683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D1B90F-2814-215E-20E8-7FD43961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38BF9-EC98-37B9-B306-6FF0C90A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2FD74-EF9A-6348-A6B9-356DDEAF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82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14D08-FCFB-A4DF-A13A-3217CE42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38BD36-93A5-040B-EAAB-0AA4D3C3D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5453C1-55B3-D34D-0B15-36A15D7E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FF97F1-F9AB-9B00-BB3E-6F11C9E6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41A43-AB6B-1694-7C26-5ADDCAC3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637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C5DA7-9CEF-6639-E2F8-800BF3332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7C0F8C-318C-8B89-1787-42318668D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1F1854-27DD-8F33-18F3-E1EE1FC6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0F7123-B997-B5AC-B699-0E037FD4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E1664F-DDDB-9179-1FF6-9E04BBEC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463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45034-FD2E-16DE-3781-42BCA4D78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8BE955-9356-A3BC-CDB5-0964DD5BE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39D72D-82DE-14E0-8D3D-4E6EE477F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5BAA7D-B25B-5C85-F89A-4B85B29C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29FE90-B2E9-81A5-5D62-56930E1FB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F73C87-F19F-B1EC-2FAC-49C5ABDD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39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7B69A-2406-9454-2DAB-BA5FDBD47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334378-6DA3-3BC9-AFBA-B62EDDECA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48EB8D-061F-FC1D-7916-952CB9F16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5FC41C-FFB4-D940-0898-942F430AB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8EF81E-15F7-3DF4-C32F-0339309FD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A48FD7-B28E-DA86-DF59-5BF4535D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D1FA83-6EF9-03A6-FF6E-253196BE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240EFD-6D1A-DAEA-873F-278C7728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38175-06C6-C4E8-BAE9-14A85F3C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AFE857-D677-B178-648F-EF9B35CB7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F62510-075F-3FCB-2586-6347D96FC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4953D5-971D-57D0-4D9F-7A2B2D058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87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95FFE5-C29D-F18E-B6D0-541500BA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950239-97F4-DF55-DB30-EBE0FCC5E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555DA9-E9EF-BABD-064F-51BB785E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87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97FA4-A315-3D04-5076-E45B7BCC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606813-8B14-C0AE-3256-A267F867B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06D9C7-F364-E4D5-9263-35E3BC74D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C682BE-A9DD-F6B6-79C6-061D1131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CD0E0B-2FAC-84A2-A554-26C76708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D0F45C-A2EA-4297-436A-7BEC97CB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79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16FF2-82E8-4095-0669-DB571D33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1E81B5A-95DD-41ED-D32E-BBB3611CB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B84F41-A919-7460-FA4F-FA55EF252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B5586-96ED-7926-E1F4-412C0BA6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A7A7E7-A529-6960-2FE2-67E512DE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C77852-B5A1-D3ED-5FF2-6E841E94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329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A6BF1-535A-75B6-54D7-7CF7FB0A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DAB699-CC4A-CDAF-254D-2FDBFC8D5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26E92-C885-581B-1037-2CF300EE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5859A4-1386-0364-235F-EA763A6E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912F36-B4EB-808C-90DB-F6CDD7D9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76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7E0F85-F6CB-27EA-8BD4-86B1F4A74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2DA271-BA31-80E6-680F-EBA5C41C3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D71CC0-6CF5-354E-250E-99F037F9F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322621-32B6-6870-B5F5-35B3F93E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97061-A40D-2AFD-891E-DD6E3825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792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684C71-C9AC-D50C-FBF5-4721A22D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6259BB-B82B-5956-59EE-076950FBE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A4A27-5292-38D2-F3C6-326F24BCD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10632-9459-4883-99E2-1B19AD2616C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387DCC-3988-1244-8FED-6528A5984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9641FE-39B8-A4AA-2F2D-03CF2C676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729E0-4D63-432B-859D-8F0606A622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11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63C4272-C954-EFFD-EF09-8042F033FCBA}"/>
              </a:ext>
            </a:extLst>
          </p:cNvPr>
          <p:cNvSpPr/>
          <p:nvPr/>
        </p:nvSpPr>
        <p:spPr>
          <a:xfrm>
            <a:off x="254000" y="1485900"/>
            <a:ext cx="1301750" cy="4191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D7464D9-D520-BF52-6F0F-60FED65EC65C}"/>
              </a:ext>
            </a:extLst>
          </p:cNvPr>
          <p:cNvSpPr/>
          <p:nvPr/>
        </p:nvSpPr>
        <p:spPr>
          <a:xfrm>
            <a:off x="1752600" y="1485900"/>
            <a:ext cx="1301750" cy="4191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5D8273A-0BB2-BE1A-93AB-9B0279CA00AC}"/>
              </a:ext>
            </a:extLst>
          </p:cNvPr>
          <p:cNvSpPr/>
          <p:nvPr/>
        </p:nvSpPr>
        <p:spPr>
          <a:xfrm>
            <a:off x="3251200" y="1485900"/>
            <a:ext cx="1301750" cy="4191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F19D345-0741-6F77-175B-7B4BEC130C50}"/>
              </a:ext>
            </a:extLst>
          </p:cNvPr>
          <p:cNvSpPr/>
          <p:nvPr/>
        </p:nvSpPr>
        <p:spPr>
          <a:xfrm>
            <a:off x="4749800" y="1485900"/>
            <a:ext cx="1301750" cy="4191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E79D7B6-9490-AD6B-E8DA-D5565823BFCD}"/>
              </a:ext>
            </a:extLst>
          </p:cNvPr>
          <p:cNvSpPr/>
          <p:nvPr/>
        </p:nvSpPr>
        <p:spPr>
          <a:xfrm>
            <a:off x="6261098" y="1485900"/>
            <a:ext cx="1301750" cy="4191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C88F879-E58C-8707-F7CC-DB5605D78210}"/>
              </a:ext>
            </a:extLst>
          </p:cNvPr>
          <p:cNvSpPr/>
          <p:nvPr/>
        </p:nvSpPr>
        <p:spPr>
          <a:xfrm>
            <a:off x="7753350" y="1485900"/>
            <a:ext cx="1301750" cy="4191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B257740-7773-08FE-1520-6206763AB2A6}"/>
              </a:ext>
            </a:extLst>
          </p:cNvPr>
          <p:cNvSpPr/>
          <p:nvPr/>
        </p:nvSpPr>
        <p:spPr>
          <a:xfrm>
            <a:off x="9255125" y="1485900"/>
            <a:ext cx="1301750" cy="4191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752B16C-B789-D52A-6B95-2330000DB397}"/>
              </a:ext>
            </a:extLst>
          </p:cNvPr>
          <p:cNvSpPr/>
          <p:nvPr/>
        </p:nvSpPr>
        <p:spPr>
          <a:xfrm>
            <a:off x="10756900" y="1485900"/>
            <a:ext cx="1301750" cy="4191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6A81598-28CF-1114-A0C2-4EFDB09B96B2}"/>
              </a:ext>
            </a:extLst>
          </p:cNvPr>
          <p:cNvSpPr/>
          <p:nvPr/>
        </p:nvSpPr>
        <p:spPr>
          <a:xfrm>
            <a:off x="250826" y="1562100"/>
            <a:ext cx="1301749" cy="7810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Client</a:t>
            </a:r>
            <a:r>
              <a:rPr lang="zh-CN" altLang="en-US" dirty="0"/>
              <a:t>客户端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31006F5-0C30-23B0-164D-37EA85B01487}"/>
              </a:ext>
            </a:extLst>
          </p:cNvPr>
          <p:cNvSpPr/>
          <p:nvPr/>
        </p:nvSpPr>
        <p:spPr>
          <a:xfrm>
            <a:off x="1755775" y="1562100"/>
            <a:ext cx="1301749" cy="7810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C34B018-635B-AB84-E8F0-9FBDA1FDE72B}"/>
              </a:ext>
            </a:extLst>
          </p:cNvPr>
          <p:cNvSpPr/>
          <p:nvPr/>
        </p:nvSpPr>
        <p:spPr>
          <a:xfrm>
            <a:off x="3257549" y="1562100"/>
            <a:ext cx="1301749" cy="7810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7C0392D-B0ED-66C6-3610-AC5D6DE4E609}"/>
              </a:ext>
            </a:extLst>
          </p:cNvPr>
          <p:cNvSpPr/>
          <p:nvPr/>
        </p:nvSpPr>
        <p:spPr>
          <a:xfrm>
            <a:off x="4743452" y="1562100"/>
            <a:ext cx="1301749" cy="7810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C06FE81-E52A-4BBC-AF76-A68EAFFB9BC9}"/>
              </a:ext>
            </a:extLst>
          </p:cNvPr>
          <p:cNvSpPr/>
          <p:nvPr/>
        </p:nvSpPr>
        <p:spPr>
          <a:xfrm>
            <a:off x="6251576" y="1562100"/>
            <a:ext cx="1301749" cy="7810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43ADBD4-13C5-8A63-24D2-6120550E599B}"/>
              </a:ext>
            </a:extLst>
          </p:cNvPr>
          <p:cNvSpPr/>
          <p:nvPr/>
        </p:nvSpPr>
        <p:spPr>
          <a:xfrm>
            <a:off x="7753351" y="1562100"/>
            <a:ext cx="1301749" cy="7810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A48E7AE-D7A5-FD3B-A26F-2AE6659EDB22}"/>
              </a:ext>
            </a:extLst>
          </p:cNvPr>
          <p:cNvSpPr/>
          <p:nvPr/>
        </p:nvSpPr>
        <p:spPr>
          <a:xfrm>
            <a:off x="9255125" y="1562100"/>
            <a:ext cx="1301749" cy="78105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F38B7C2-73E2-CEA6-8651-3A8C82CABD34}"/>
              </a:ext>
            </a:extLst>
          </p:cNvPr>
          <p:cNvSpPr/>
          <p:nvPr/>
        </p:nvSpPr>
        <p:spPr>
          <a:xfrm>
            <a:off x="10756901" y="1562100"/>
            <a:ext cx="1301749" cy="78105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09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 Jung</dc:creator>
  <cp:lastModifiedBy>Qi Jung</cp:lastModifiedBy>
  <cp:revision>1</cp:revision>
  <dcterms:created xsi:type="dcterms:W3CDTF">2026-09-28T15:33:29Z</dcterms:created>
  <dcterms:modified xsi:type="dcterms:W3CDTF">2026-09-28T16:33:49Z</dcterms:modified>
</cp:coreProperties>
</file>